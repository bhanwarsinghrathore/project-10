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71" r:id="rId5"/>
    <p:sldId id="259" r:id="rId6"/>
    <p:sldId id="260" r:id="rId7"/>
    <p:sldId id="261" r:id="rId8"/>
    <p:sldId id="274" r:id="rId9"/>
    <p:sldId id="275" r:id="rId10"/>
    <p:sldId id="276" r:id="rId11"/>
    <p:sldId id="272" r:id="rId12"/>
    <p:sldId id="277" r:id="rId13"/>
    <p:sldId id="27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1584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955470"/>
            <a:ext cx="7839075" cy="1721055"/>
          </a:xfrm>
        </p:spPr>
        <p:txBody>
          <a:bodyPr>
            <a:normAutofit fontScale="90000"/>
          </a:bodyPr>
          <a:lstStyle/>
          <a:p>
            <a:r>
              <a:rPr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AI </a:t>
            </a:r>
            <a:r>
              <a:rPr lang="en-IN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Medical Report Information Extraction Using Gemini Vision</a:t>
            </a:r>
            <a:b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IN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(Project 10)</a:t>
            </a:r>
            <a:endParaRPr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793955"/>
          </a:xfrm>
        </p:spPr>
        <p:txBody>
          <a:bodyPr>
            <a:normAutofit/>
          </a:bodyPr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Prepared by Bhanwar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45C3-90EC-83F3-9A01-152E3D0E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0341A-ED22-5EAE-2500-C0ACDD3E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D77C3-2514-407B-4057-2096B4BA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7301"/>
            <a:ext cx="8229600" cy="3105150"/>
          </a:xfrm>
        </p:spPr>
        <p:txBody>
          <a:bodyPr>
            <a:normAutofit fontScale="77500" lnSpcReduction="20000"/>
          </a:bodyPr>
          <a:lstStyle/>
          <a:p>
            <a:r>
              <a:rPr lang="en-IN" sz="3100" dirty="0"/>
              <a:t>Healthcare organizations generate large numbers of scanned medical reports.</a:t>
            </a:r>
          </a:p>
          <a:p>
            <a:pPr marL="0" indent="0">
              <a:buNone/>
            </a:pPr>
            <a:r>
              <a:rPr lang="en-IN" dirty="0"/>
              <a:t>Challenges:</a:t>
            </a:r>
          </a:p>
          <a:p>
            <a:r>
              <a:rPr lang="en-IN" sz="3100" dirty="0"/>
              <a:t>Medical reports are often scanned documents.</a:t>
            </a:r>
          </a:p>
          <a:p>
            <a:r>
              <a:rPr lang="en-IN" sz="3100" dirty="0"/>
              <a:t>Manual extraction is time-consuming.</a:t>
            </a:r>
          </a:p>
          <a:p>
            <a:r>
              <a:rPr lang="en-IN" sz="3100" dirty="0"/>
              <a:t>Data is unstructured.</a:t>
            </a:r>
          </a:p>
          <a:p>
            <a:r>
              <a:rPr lang="en-IN" sz="3100" dirty="0"/>
              <a:t>Difficult to manage large datasets.</a:t>
            </a:r>
          </a:p>
          <a:p>
            <a:r>
              <a:rPr lang="en-IN" sz="3100" dirty="0"/>
              <a:t>Human errors may occur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A8112-969E-97F1-72CD-3B91D82E2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267199"/>
            <a:ext cx="9144000" cy="25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5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project automatically extracts structured medical information from scanned medical reports using Google's Gemini Vision model.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extracted information is converted into structured CSV and Excel formats.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AC47-4075-C9B6-8177-30971F5B6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900" dirty="0"/>
              <a:t>Objectives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595E6-A5C8-F94E-7D9F-3187BFC4C882}"/>
              </a:ext>
            </a:extLst>
          </p:cNvPr>
          <p:cNvSpPr txBox="1"/>
          <p:nvPr/>
        </p:nvSpPr>
        <p:spPr>
          <a:xfrm>
            <a:off x="457200" y="1612490"/>
            <a:ext cx="84360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The objectives of this project are: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Extract information from scanned medical reports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Automate document understanding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Convert unstructured reports into structured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Export results to CSV and Excel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Reduce manual effort</a:t>
            </a:r>
          </a:p>
        </p:txBody>
      </p:sp>
    </p:spTree>
    <p:extLst>
      <p:ext uri="{BB962C8B-B14F-4D97-AF65-F5344CB8AC3E}">
        <p14:creationId xmlns:p14="http://schemas.microsoft.com/office/powerpoint/2010/main" val="33054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49CE8AE-C312-C0BA-A7B9-1B5771CA6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27670"/>
              </p:ext>
            </p:extLst>
          </p:nvPr>
        </p:nvGraphicFramePr>
        <p:xfrm>
          <a:off x="471948" y="1789471"/>
          <a:ext cx="8214852" cy="456216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100052">
                  <a:extLst>
                    <a:ext uri="{9D8B030D-6E8A-4147-A177-3AD203B41FA5}">
                      <a16:colId xmlns:a16="http://schemas.microsoft.com/office/drawing/2014/main" val="320141440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42877643"/>
                    </a:ext>
                  </a:extLst>
                </a:gridCol>
              </a:tblGrid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180927"/>
                  </a:ext>
                </a:extLst>
              </a:tr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</a:t>
                      </a:r>
                      <a:r>
                        <a:rPr lang="en-IN" dirty="0" err="1"/>
                        <a:t>Colab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176166"/>
                  </a:ext>
                </a:extLst>
              </a:tr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Drive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04985"/>
                  </a:ext>
                </a:extLst>
              </a:tr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Gemini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Information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569416"/>
                  </a:ext>
                </a:extLst>
              </a:tr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376207"/>
                  </a:ext>
                </a:extLst>
              </a:tr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OpenPyXL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Excel Export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71569"/>
                  </a:ext>
                </a:extLst>
              </a:tr>
              <a:tr h="65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6509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1932"/>
            <a:ext cx="8229600" cy="508272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Medical Report Images</a:t>
            </a:r>
            <a:endParaRPr lang="en-US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Google Drive Storage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Google </a:t>
            </a:r>
            <a:r>
              <a:rPr lang="en-IN" dirty="0" err="1"/>
              <a:t>Colab</a:t>
            </a:r>
            <a:endParaRPr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Random Image Selection</a:t>
            </a:r>
            <a:endParaRPr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Gemini Vision API</a:t>
            </a:r>
            <a:endParaRPr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JSON Extraction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Pandas </a:t>
            </a:r>
            <a:r>
              <a:rPr lang="en-IN" dirty="0" err="1"/>
              <a:t>DataFrame</a:t>
            </a:r>
            <a:endParaRPr lang="en-US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IN" dirty="0"/>
              <a:t>CSV / Excel Output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7FA8788-DA8B-6BED-4613-C92EF83E2FAE}"/>
              </a:ext>
            </a:extLst>
          </p:cNvPr>
          <p:cNvSpPr/>
          <p:nvPr/>
        </p:nvSpPr>
        <p:spPr>
          <a:xfrm>
            <a:off x="4380251" y="5001402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9549928-0C5B-BAB6-8703-69ADEDFBBBDE}"/>
              </a:ext>
            </a:extLst>
          </p:cNvPr>
          <p:cNvSpPr/>
          <p:nvPr/>
        </p:nvSpPr>
        <p:spPr>
          <a:xfrm>
            <a:off x="4370375" y="2132076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5C16388-812F-C559-BD5B-BD8FF77B9680}"/>
              </a:ext>
            </a:extLst>
          </p:cNvPr>
          <p:cNvSpPr/>
          <p:nvPr/>
        </p:nvSpPr>
        <p:spPr>
          <a:xfrm>
            <a:off x="4370376" y="2698436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A8B56A6-1CCA-4F3D-5528-B64970EB5DB0}"/>
              </a:ext>
            </a:extLst>
          </p:cNvPr>
          <p:cNvSpPr/>
          <p:nvPr/>
        </p:nvSpPr>
        <p:spPr>
          <a:xfrm>
            <a:off x="4370377" y="3303879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32910C2-82D6-A26C-6BF1-DB4712692E69}"/>
              </a:ext>
            </a:extLst>
          </p:cNvPr>
          <p:cNvSpPr/>
          <p:nvPr/>
        </p:nvSpPr>
        <p:spPr>
          <a:xfrm>
            <a:off x="4380252" y="3864028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D39124F3-EF33-0086-2195-85FC34CA78DB}"/>
              </a:ext>
            </a:extLst>
          </p:cNvPr>
          <p:cNvSpPr/>
          <p:nvPr/>
        </p:nvSpPr>
        <p:spPr>
          <a:xfrm>
            <a:off x="4370379" y="4407154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EC0E27E-779D-CF86-77D8-40551F78305D}"/>
              </a:ext>
            </a:extLst>
          </p:cNvPr>
          <p:cNvSpPr/>
          <p:nvPr/>
        </p:nvSpPr>
        <p:spPr>
          <a:xfrm>
            <a:off x="4370374" y="1596363"/>
            <a:ext cx="353961" cy="255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Automated medical report analysis </a:t>
            </a:r>
          </a:p>
          <a:p>
            <a:r>
              <a:rPr lang="en-IN" dirty="0"/>
              <a:t>Gemini Vision-based extraction </a:t>
            </a:r>
          </a:p>
          <a:p>
            <a:r>
              <a:rPr lang="en-IN" dirty="0"/>
              <a:t>Random image selection </a:t>
            </a:r>
          </a:p>
          <a:p>
            <a:r>
              <a:rPr lang="en-IN" dirty="0"/>
              <a:t>Structured JSON generation </a:t>
            </a:r>
          </a:p>
          <a:p>
            <a:r>
              <a:rPr lang="en-IN" dirty="0"/>
              <a:t>CSV export </a:t>
            </a:r>
          </a:p>
          <a:p>
            <a:r>
              <a:rPr lang="en-IN" dirty="0"/>
              <a:t>Excel export </a:t>
            </a:r>
          </a:p>
          <a:p>
            <a:r>
              <a:rPr lang="en-IN" dirty="0"/>
              <a:t>Google Drive integration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1836-F222-212C-96A1-E182F82F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1450-F79E-49A5-ADA1-E6F4FE88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80F6-BD14-A99D-50D4-991429976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48441"/>
          </a:xfrm>
        </p:spPr>
        <p:txBody>
          <a:bodyPr/>
          <a:lstStyle/>
          <a:p>
            <a:r>
              <a:rPr lang="en-IN" dirty="0"/>
              <a:t>Dataset Details:</a:t>
            </a:r>
          </a:p>
          <a:p>
            <a:r>
              <a:rPr lang="en-IN" dirty="0"/>
              <a:t>Total Images = 100 </a:t>
            </a:r>
          </a:p>
          <a:p>
            <a:r>
              <a:rPr lang="en-IN" dirty="0"/>
              <a:t>Format = JPG </a:t>
            </a:r>
          </a:p>
          <a:p>
            <a:r>
              <a:rPr lang="en-IN" dirty="0"/>
              <a:t>Random Selection Used </a:t>
            </a:r>
          </a:p>
          <a:p>
            <a:r>
              <a:rPr lang="en-IN" dirty="0"/>
              <a:t>Training Images = 5 </a:t>
            </a:r>
          </a:p>
          <a:p>
            <a:r>
              <a:rPr lang="en-IN" dirty="0"/>
              <a:t>Testing Images =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54CF5-0FAF-F137-41B1-9C9D0182D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48641"/>
            <a:ext cx="86868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6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1CAB-8F06-835A-BE9F-9B2BF89B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5340-CD99-D54F-9752-B7062E07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EA015-9D91-FA06-A871-7CD6C9539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238625" cy="45259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Workflow:</a:t>
            </a:r>
          </a:p>
          <a:p>
            <a:r>
              <a:rPr lang="en-IN" dirty="0"/>
              <a:t>Mount Google Drive </a:t>
            </a:r>
          </a:p>
          <a:p>
            <a:r>
              <a:rPr lang="en-IN" dirty="0"/>
              <a:t>Load Dataset </a:t>
            </a:r>
          </a:p>
          <a:p>
            <a:r>
              <a:rPr lang="en-IN" dirty="0"/>
              <a:t>Random Selection </a:t>
            </a:r>
          </a:p>
          <a:p>
            <a:r>
              <a:rPr lang="en-IN" dirty="0"/>
              <a:t>Gemini Analysis </a:t>
            </a:r>
          </a:p>
          <a:p>
            <a:r>
              <a:rPr lang="en-IN" dirty="0"/>
              <a:t>Extract Information </a:t>
            </a:r>
          </a:p>
          <a:p>
            <a:r>
              <a:rPr lang="en-IN" dirty="0"/>
              <a:t>Store Results </a:t>
            </a:r>
          </a:p>
          <a:p>
            <a:r>
              <a:rPr lang="en-IN" dirty="0"/>
              <a:t>Export CSV/Excel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B60C4-DFA7-912C-8F88-3FE6F596D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1596693"/>
            <a:ext cx="3190875" cy="498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7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8A0A-2937-78B1-0487-F508C66F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4891-8FAE-0B67-1988-BFC64706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Gemini Extraction Output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312E-935A-AA54-8086-67990C18A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6689"/>
            <a:ext cx="8229600" cy="4168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Fields Extracted:</a:t>
            </a:r>
          </a:p>
          <a:p>
            <a:r>
              <a:rPr lang="en-IN" sz="2800" dirty="0"/>
              <a:t>Name </a:t>
            </a:r>
          </a:p>
          <a:p>
            <a:r>
              <a:rPr lang="en-IN" sz="2800" dirty="0"/>
              <a:t>Test Asked </a:t>
            </a:r>
          </a:p>
          <a:p>
            <a:r>
              <a:rPr lang="en-IN" sz="2800" dirty="0"/>
              <a:t>Test Name </a:t>
            </a:r>
          </a:p>
          <a:p>
            <a:r>
              <a:rPr lang="en-IN" sz="2800" dirty="0"/>
              <a:t>Technology </a:t>
            </a:r>
          </a:p>
          <a:p>
            <a:r>
              <a:rPr lang="en-IN" sz="2800" dirty="0"/>
              <a:t>Value </a:t>
            </a:r>
          </a:p>
          <a:p>
            <a:r>
              <a:rPr lang="en-IN" sz="2800" dirty="0"/>
              <a:t>Unit </a:t>
            </a:r>
          </a:p>
          <a:p>
            <a:r>
              <a:rPr lang="en-IN" sz="2800" dirty="0"/>
              <a:t>Clinical Significance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085F87-9D06-2562-56FC-2480A465D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363" y="5727639"/>
            <a:ext cx="5239481" cy="31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E6FD09-51D8-FC21-6D90-BBBE245E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63" y="6084464"/>
            <a:ext cx="5525271" cy="266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F2348E-22BA-37B7-5BBE-A27DF723A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203" y="6393658"/>
            <a:ext cx="6725589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51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8F3E-DF57-E461-FA66-3E0CD33F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3661-B80F-BBD5-4BCF-1CFE373DB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486621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Successfully processed medical reports</a:t>
            </a:r>
          </a:p>
          <a:p>
            <a:r>
              <a:rPr lang="en-IN" dirty="0"/>
              <a:t>Extracted structured information</a:t>
            </a:r>
          </a:p>
          <a:p>
            <a:r>
              <a:rPr lang="en-IN" dirty="0"/>
              <a:t>Generated JSON output</a:t>
            </a:r>
          </a:p>
          <a:p>
            <a:r>
              <a:rPr lang="en-IN" dirty="0"/>
              <a:t>Created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/>
              <a:t>Automated information extraction</a:t>
            </a:r>
          </a:p>
          <a:p>
            <a:r>
              <a:rPr lang="en-IN" dirty="0"/>
              <a:t>Reduced manual processing effort</a:t>
            </a:r>
          </a:p>
          <a:p>
            <a:r>
              <a:rPr lang="en-IN" dirty="0"/>
              <a:t>Exported CSV reports</a:t>
            </a:r>
          </a:p>
          <a:p>
            <a:r>
              <a:rPr lang="en-IN" dirty="0"/>
              <a:t>Exported Excel reports</a:t>
            </a:r>
          </a:p>
          <a:p>
            <a:pPr marL="0" indent="0">
              <a:buNone/>
            </a:pPr>
            <a:r>
              <a:rPr lang="en-IN" b="1" dirty="0"/>
              <a:t>Future Scope</a:t>
            </a:r>
          </a:p>
          <a:p>
            <a:r>
              <a:rPr lang="en-IN" dirty="0"/>
              <a:t>PDF report support </a:t>
            </a:r>
          </a:p>
          <a:p>
            <a:r>
              <a:rPr lang="en-IN" dirty="0"/>
              <a:t>Multi-language documents processing </a:t>
            </a:r>
          </a:p>
          <a:p>
            <a:r>
              <a:rPr lang="en-IN" dirty="0" err="1"/>
              <a:t>Streamlit</a:t>
            </a:r>
            <a:r>
              <a:rPr lang="en-IN" dirty="0"/>
              <a:t> web application </a:t>
            </a:r>
          </a:p>
          <a:p>
            <a:r>
              <a:rPr lang="en-IN" dirty="0"/>
              <a:t>Hospital database integration </a:t>
            </a:r>
          </a:p>
          <a:p>
            <a:r>
              <a:rPr lang="en-IN" dirty="0"/>
              <a:t>Medical analytics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235FC-2381-DCB0-40D6-5847739CC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5904259"/>
            <a:ext cx="8543925" cy="67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5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79085-2F83-D365-0705-C559C1BD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630D-2885-0AA8-E16C-23BD3449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Files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86282-3779-E84A-01D3-5B89AE29B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38750"/>
            <a:ext cx="7373380" cy="12386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Generated Files:</a:t>
            </a:r>
          </a:p>
          <a:p>
            <a:r>
              <a:rPr lang="en-IN" dirty="0"/>
              <a:t>reports.csv </a:t>
            </a:r>
          </a:p>
          <a:p>
            <a:r>
              <a:rPr lang="en-IN" dirty="0"/>
              <a:t>reports.xlsx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C2DEF-D0E5-4AAC-693B-584D5E875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24" y="1417638"/>
            <a:ext cx="8964276" cy="1514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B95C21-C19E-A6EE-7524-35AB7FBD6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24" y="3194338"/>
            <a:ext cx="8859501" cy="17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0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162F-735A-7E37-2593-2D296E60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3816-38FD-0453-FFBE-59743454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Conclusion &amp; Future Enhancements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BAA3-7446-54E9-AA20-A60262E1B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Conclusion</a:t>
            </a:r>
          </a:p>
          <a:p>
            <a:r>
              <a:rPr lang="en-IN" dirty="0"/>
              <a:t>Successfully extracted medical information from scanned reports. </a:t>
            </a:r>
          </a:p>
          <a:p>
            <a:r>
              <a:rPr lang="en-IN" dirty="0"/>
              <a:t>Converted unstructured documents into structured datasets. </a:t>
            </a:r>
          </a:p>
          <a:p>
            <a:r>
              <a:rPr lang="en-IN" dirty="0"/>
              <a:t>Generated CSV and Excel outputs automatically. </a:t>
            </a:r>
          </a:p>
          <a:p>
            <a:r>
              <a:rPr lang="en-IN" dirty="0"/>
              <a:t>Demonstrated AI-powered document understanding using Gemini Vision. </a:t>
            </a:r>
          </a:p>
          <a:p>
            <a:pPr marL="0" indent="0">
              <a:buNone/>
            </a:pPr>
            <a:r>
              <a:rPr lang="en-IN" b="1" dirty="0"/>
              <a:t>Future Enhancements</a:t>
            </a:r>
          </a:p>
          <a:p>
            <a:r>
              <a:rPr lang="en-IN" dirty="0"/>
              <a:t>PDF report support </a:t>
            </a:r>
          </a:p>
          <a:p>
            <a:r>
              <a:rPr lang="en-IN" dirty="0"/>
              <a:t>Multi-language document processing </a:t>
            </a:r>
          </a:p>
          <a:p>
            <a:r>
              <a:rPr lang="en-IN" dirty="0" err="1"/>
              <a:t>Streamlit</a:t>
            </a:r>
            <a:r>
              <a:rPr lang="en-IN" dirty="0"/>
              <a:t> web application </a:t>
            </a:r>
          </a:p>
          <a:p>
            <a:r>
              <a:rPr lang="en-IN" dirty="0"/>
              <a:t>Hospital database integration </a:t>
            </a:r>
          </a:p>
          <a:p>
            <a:r>
              <a:rPr lang="en-IN" dirty="0"/>
              <a:t>Real-time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2550337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CBB3ABD-0811-05C7-838A-0EF63D967393}"/>
              </a:ext>
            </a:extLst>
          </p:cNvPr>
          <p:cNvSpPr/>
          <p:nvPr/>
        </p:nvSpPr>
        <p:spPr>
          <a:xfrm>
            <a:off x="1625072" y="2603541"/>
            <a:ext cx="5893855" cy="11079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 w="10160">
                  <a:solidFill>
                    <a:srgbClr val="4BACC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358</Words>
  <Application>Microsoft Office PowerPoint</Application>
  <PresentationFormat>On-screen Show (4:3)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AI Medical Report Information Extraction Using Gemini Vision (Project 10)</vt:lpstr>
      <vt:lpstr>Problem Statement</vt:lpstr>
      <vt:lpstr>Project Overview</vt:lpstr>
      <vt:lpstr>Objectives</vt:lpstr>
      <vt:lpstr>Technology Stack</vt:lpstr>
      <vt:lpstr>System Architecture</vt:lpstr>
      <vt:lpstr>Key Features</vt:lpstr>
      <vt:lpstr>Dataset Description</vt:lpstr>
      <vt:lpstr>Implementation</vt:lpstr>
      <vt:lpstr>Gemini Extraction Output</vt:lpstr>
      <vt:lpstr>Results &amp; Outcomes</vt:lpstr>
      <vt:lpstr>Output Files</vt:lpstr>
      <vt:lpstr>Conclusion &amp; Future Enhancements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Bhanwar Singh Rathore</cp:lastModifiedBy>
  <cp:revision>78</cp:revision>
  <dcterms:created xsi:type="dcterms:W3CDTF">2013-01-27T09:14:16Z</dcterms:created>
  <dcterms:modified xsi:type="dcterms:W3CDTF">2026-07-01T14:43:34Z</dcterms:modified>
  <cp:category/>
</cp:coreProperties>
</file>